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2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研究问题：行间除草不伤苗，且不依赖 RTK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芍药林下种植要求零农残，化学除草不可用
2. 底盘跨 4 行芍药，一次作业清除 3 条行间草带
3. 不使用 GNSS/RTK，导航与对行完全依赖单目相机
4. 目标：0.5 km/h 作业，除草率≥80%，伤苗率≤1%
5. 株间除草不在范围内，只做行间（绕开单株识别难题）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