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当前瓶颈在实物侧，不在算法侧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待办：固件烧录、串口对拍、接线与三项系数标定
2. 待购：RDK X5 网关、CP2102×2、TB6600、CPE 网桥一对
3. 域差异风险已实测：夏季模型在当前田况过分割
4. 对策：10 月中前补采 200-300 张秋季样本并微调
5. 采集清单已定稿：光照×行况×视角矩阵，含密度分级标准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