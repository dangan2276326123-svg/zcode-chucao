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CLOSING"/>
          <p:cNvSpPr txBox="1"/>
          <p:nvPr/>
        </p:nvSpPr>
        <p:spPr>
          <a:xfrm>
            <a:off x="868680" y="2697480"/>
            <a:ext cx="1045159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0" ea="Microsoft YaHei">
                <a:solidFill>
                  <a:srgbClr val="1E1E1E"/>
                </a:solidFill>
                <a:latin typeface="Microsoft YaHei"/>
              </a:rPr>
              <a:t>汇报完毕，敬请批评指正！</a:t>
            </a:r>
          </a:p>
        </p:txBody>
      </p:sp>
      <p:sp>
        <p:nvSpPr>
          <p:cNvPr id="3" name="AGENT_CLOSING_BOTTOM_BAND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