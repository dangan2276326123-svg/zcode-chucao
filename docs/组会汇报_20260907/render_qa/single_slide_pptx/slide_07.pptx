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理论三：无线链路时延的前馈补偿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补偿律：e_exec = e_meas + ė·τ，开环前馈不改特征方程
2. 时延统计取滚动中位数，对 Wi-Fi 重尾分布稳健
3. p95 超过 50ms 触发告警，500ms 断链强制急停
4. 可验证预言：关补偿时 RMS 偏差恶化量应正比于 τ·v
5. 补偿置于工程实现章节，方法贡献聚焦在对行本身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