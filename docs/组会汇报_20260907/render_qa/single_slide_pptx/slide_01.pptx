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COVER_TITLE"/>
          <p:cNvSpPr txBox="1"/>
          <p:nvPr/>
        </p:nvSpPr>
        <p:spPr>
          <a:xfrm>
            <a:off x="822960" y="1865376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纯视觉芍药行间除草机器人</a:t>
            </a:r>
          </a:p>
        </p:txBody>
      </p:sp>
      <p:sp>
        <p:nvSpPr>
          <p:cNvPr id="3" name="AGENT_COVER_DIVIDER"/>
          <p:cNvSpPr/>
          <p:nvPr/>
        </p:nvSpPr>
        <p:spPr>
          <a:xfrm>
            <a:off x="914400" y="2578608"/>
            <a:ext cx="10360152" cy="16459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GENT_COVER_META_LEFT"/>
          <p:cNvSpPr txBox="1"/>
          <p:nvPr/>
        </p:nvSpPr>
        <p:spPr>
          <a:xfrm>
            <a:off x="1371600" y="3246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ea="Microsoft YaHei">
                <a:solidFill>
                  <a:srgbClr val="1E1E1E"/>
                </a:solidFill>
                <a:latin typeface="Microsoft YaHei"/>
              </a:rPr>
              <a:t>方案设计与研究进展汇报</a:t>
            </a:r>
          </a:p>
        </p:txBody>
      </p:sp>
      <p:sp>
        <p:nvSpPr>
          <p:cNvPr id="5" name="AGENT_COVER_META_RIGHT"/>
          <p:cNvSpPr txBox="1"/>
          <p:nvPr/>
        </p:nvSpPr>
        <p:spPr>
          <a:xfrm>
            <a:off x="6766560" y="3246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ea="Microsoft YaHei">
                <a:solidFill>
                  <a:srgbClr val="1E1E1E"/>
                </a:solidFill>
                <a:latin typeface="Microsoft YaHei"/>
              </a:rPr>
              <a:t>面向中草药零农残要求的机械中耕方案</a:t>
            </a:r>
          </a:p>
        </p:txBody>
      </p:sp>
      <p:sp>
        <p:nvSpPr>
          <p:cNvPr id="6" name="AGENT_COVER_BOTTOM_BAND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