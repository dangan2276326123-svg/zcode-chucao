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3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系统闭环：相机到执行的五段数据流</a:t>
            </a:r>
          </a:p>
        </p:txBody>
      </p:sp>
      <p:sp>
        <p:nvSpPr>
          <p:cNvPr id="15" name="AGENT_STEP_BOX_0"/>
          <p:cNvSpPr/>
          <p:nvPr/>
        </p:nvSpPr>
        <p:spPr>
          <a:xfrm>
            <a:off x="105156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TEP_TEXT_0"/>
          <p:cNvSpPr txBox="1"/>
          <p:nvPr/>
        </p:nvSpPr>
        <p:spPr>
          <a:xfrm>
            <a:off x="112471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相机采集推流</a:t>
            </a:r>
          </a:p>
        </p:txBody>
      </p:sp>
      <p:sp>
        <p:nvSpPr>
          <p:cNvPr id="17" name="AGENT_STEP_ARROW_0"/>
          <p:cNvSpPr txBox="1"/>
          <p:nvPr/>
        </p:nvSpPr>
        <p:spPr>
          <a:xfrm>
            <a:off x="347014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18" name="AGENT_STEP_BOX_1"/>
          <p:cNvSpPr/>
          <p:nvPr/>
        </p:nvSpPr>
        <p:spPr>
          <a:xfrm>
            <a:off x="354330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TEP_TEXT_1"/>
          <p:cNvSpPr txBox="1"/>
          <p:nvPr/>
        </p:nvSpPr>
        <p:spPr>
          <a:xfrm>
            <a:off x="361645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PC 分割+中心线</a:t>
            </a:r>
          </a:p>
        </p:txBody>
      </p:sp>
      <p:sp>
        <p:nvSpPr>
          <p:cNvPr id="20" name="AGENT_STEP_ARROW_1"/>
          <p:cNvSpPr txBox="1"/>
          <p:nvPr/>
        </p:nvSpPr>
        <p:spPr>
          <a:xfrm>
            <a:off x="596188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1" name="AGENT_STEP_BOX_2"/>
          <p:cNvSpPr/>
          <p:nvPr/>
        </p:nvSpPr>
        <p:spPr>
          <a:xfrm>
            <a:off x="603504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TEP_TEXT_2"/>
          <p:cNvSpPr txBox="1"/>
          <p:nvPr/>
        </p:nvSpPr>
        <p:spPr>
          <a:xfrm>
            <a:off x="610819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导航与刀控</a:t>
            </a:r>
          </a:p>
        </p:txBody>
      </p:sp>
      <p:sp>
        <p:nvSpPr>
          <p:cNvPr id="23" name="AGENT_STEP_ARROW_2"/>
          <p:cNvSpPr txBox="1"/>
          <p:nvPr/>
        </p:nvSpPr>
        <p:spPr>
          <a:xfrm>
            <a:off x="845362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4" name="AGENT_STEP_BOX_3"/>
          <p:cNvSpPr/>
          <p:nvPr/>
        </p:nvSpPr>
        <p:spPr>
          <a:xfrm>
            <a:off x="852678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TEP_TEXT_3"/>
          <p:cNvSpPr txBox="1"/>
          <p:nvPr/>
        </p:nvSpPr>
        <p:spPr>
          <a:xfrm>
            <a:off x="859993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UDP 下发执行</a:t>
            </a:r>
          </a:p>
        </p:txBody>
      </p:sp>
      <p:sp>
        <p:nvSpPr>
          <p:cNvPr id="26" name="AGENT_BODY"/>
          <p:cNvSpPr txBox="1"/>
          <p:nvPr/>
        </p:nvSpPr>
        <p:spPr>
          <a:xfrm>
            <a:off x="1005840" y="425196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闭环目标周期 50-100ms
2. 车端只采集执行，PC 集中决策
3. 三级看门狗兜底安全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