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理论二：差速底盘横向误差模型与 PD 控制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运动学：v=(vR+vL)/2，ω=(vR−vL)/W_eff（滑移转向）
2. 横向误差动态：ė = v·ψ，ψ̇ = 2Δv/W_eff
3. 控制量 Δv = k_p·e + k_d·ė，闭环三阶可作稳定性分析
4. 执行滞后 τ≈0.1s 时 k_lat 上限由相位裕度反算
5. 轮速由 TIM3 输入捕获实测，打滑系数田间标定修正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