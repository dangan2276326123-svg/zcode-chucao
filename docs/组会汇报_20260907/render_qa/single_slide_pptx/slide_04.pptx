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4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四个关键决策均已论证并固化为设计基线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刀头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鸭掌铲主选 + 弹齿对比：除草率与伤苗率的权衡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算力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PC 集中计算：一期固定算力变量，验证方法本身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线控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固件 SBUS/UDP 双指令源：遥控保留为备份通道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运动学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四轮差速滑移转向：与实车四轮独立驱动一致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