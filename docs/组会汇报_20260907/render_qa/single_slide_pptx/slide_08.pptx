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8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IPM 投影误差已分解，对策覆盖主要误差源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安装高度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0.9m 机位下约 1.1cm，一次标定消除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俯仰角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误差随距离二次增长——远场只用于导航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畸变/垄形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先校正再投影；起伏交由 Kalman 滤波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验收线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标记点重投影误差 ≤2cm，工具链已备好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